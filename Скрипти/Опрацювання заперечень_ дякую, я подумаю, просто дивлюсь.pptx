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Roboto Mono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font" Target="fonts/RobotoMono-regular.fntdata"/><Relationship Id="rId7" Type="http://schemas.openxmlformats.org/officeDocument/2006/relationships/font" Target="fonts/RobotoMono-bold.fntdata"/><Relationship Id="rId8" Type="http://schemas.openxmlformats.org/officeDocument/2006/relationships/font" Target="fonts/RobotoMon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8088" y="6165650"/>
            <a:ext cx="234553" cy="23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6233" y="2417972"/>
            <a:ext cx="174087" cy="1740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3025646" y="102916"/>
            <a:ext cx="6140700" cy="7080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Дякую, я подумаю, просто дивлюсь</a:t>
            </a:r>
            <a:endParaRPr sz="2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70000" y="1095525"/>
            <a:ext cx="10452000" cy="5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Дякую, я подумаю (добре, дякую):</a:t>
            </a:r>
            <a:endParaRPr b="1" sz="15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А що саме вам не підходить ціна, товар?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Над чим саме Вам потрібно подумати?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Дякую, я просто </a:t>
            </a:r>
            <a:r>
              <a:rPr b="1" lang="ru-RU" sz="15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дивлюсь:</a:t>
            </a:r>
            <a:endParaRPr b="1" sz="15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Звичайно дивіться, а якими саме цікавитесь?  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Звичайно дивіться, а з якими характеристиками дивитесь?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Дякую, я подумаю:</a:t>
            </a:r>
            <a:endParaRPr b="1" sz="15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Вам не підійшли характеристики чи ціна?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Дякую, я просто дивлюсь:</a:t>
            </a:r>
            <a:endParaRPr b="1" sz="15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У нас проходить акція на ...... ( презентація наших акцій, які проходять).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Дякую, я подумаю:</a:t>
            </a:r>
            <a:endParaRPr b="1" sz="15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Так звичайно, підкажіть, а зараз яким пристроєм користуєтесь? В нас є послуга обміну, тому ми можемо оцінити ваш прилад, і зробимо вам знижку на нову техніку. Давайте я одразу Вам скажу скільки ми за нього дамо.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Дякую, я подумаю:</a:t>
            </a:r>
            <a:endParaRPr b="1" sz="15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Будь ласка думайте, у нашому магазині з кожної вашої покупки вам повертається кешбек, конкретно з цього телефона Вам повернеться 325 грн на наступні покупки. То що скажете?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6175" y="2226853"/>
            <a:ext cx="982900" cy="8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6281" y="6597513"/>
            <a:ext cx="862023" cy="19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5600" y="238133"/>
            <a:ext cx="1022564" cy="43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0898" y="1403106"/>
            <a:ext cx="234553" cy="23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