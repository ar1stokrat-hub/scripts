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cd082d1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cd082d1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4f154c3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4f154c3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5922a99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5922a99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8a7b23e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8a7b23e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e5922a997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e5922a99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docs.google.com/presentation/d/1ywYlamAfgyTaqFP6at4bdMZnuapdbh4UXC2EUZ28tT0/edit?usp=drive_web&amp;ouid=10120066069718314316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docs.google.com/presentation/d/1ywYlamAfgyTaqFP6at4bdMZnuapdbh4UXC2EUZ28tT0/edit?slide=id.ge67b3ea629_0_3#slide=id.ge67b3ea629_0_3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slide" Target="/ppt/slides/slide3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presentation/d/1ywYlamAfgyTaqFP6at4bdMZnuapdbh4UXC2EUZ28tT0/edit?slide=id.ge67b3ea629_0_3#slide=id.ge67b3ea629_0_3" TargetMode="External"/><Relationship Id="rId10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hyperlink" Target="https://docs.google.com/presentation/d/1ywYlamAfgyTaqFP6at4bdMZnuapdbh4UXC2EUZ28tT0/edit?slide=id.ge67b3ea629_0_3#slide=id.ge67b3ea629_0_3" TargetMode="External"/><Relationship Id="rId6" Type="http://schemas.openxmlformats.org/officeDocument/2006/relationships/hyperlink" Target="https://docs.google.com/presentation/d/1ywYlamAfgyTaqFP6at4bdMZnuapdbh4UXC2EUZ28tT0/edit?slide=id.ge67b3ea629_0_3#slide=id.ge67b3ea629_0_3" TargetMode="External"/><Relationship Id="rId7" Type="http://schemas.openxmlformats.org/officeDocument/2006/relationships/hyperlink" Target="https://docs.google.com/presentation/d/1ywYlamAfgyTaqFP6at4bdMZnuapdbh4UXC2EUZ28tT0/edit?slide=id.ge67b3ea629_0_3#slide=id.ge67b3ea629_0_3" TargetMode="External"/><Relationship Id="rId8" Type="http://schemas.openxmlformats.org/officeDocument/2006/relationships/hyperlink" Target="https://docs.google.com/presentation/d/1ywYlamAfgyTaqFP6at4bdMZnuapdbh4UXC2EUZ28tT0/edit?slide=id.ge67b3ea629_0_3#slide=id.ge67b3ea629_0_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799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605250" y="2147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Перенесення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2958600" y="647075"/>
            <a:ext cx="6033000" cy="3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“У вас старий телефон при собі? Давайте перенесу вам дані - фото, відео, контакти і по заходжу в усі акаунти, щоб ви могли одразу користуватись телефоном і не витрачали свій час. По вартості …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грн, по часу орієнтовно 40 хв. Робим?”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заперечень:</a:t>
            </a:r>
            <a:endParaRPr b="1" sz="12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“Ми переносим всю інформацію зеркально - контакти, фото, відео, акаунти в соцмережах, навіть якщо не знаєте паролів - все, тому перехід на новий телефон буде зручним і приємним. Зробити?”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“Якщо переносити інформацію вручну, то це зазвичай займає купу часу і є вірогідність, що частина даних при перенесенні втрачається. Давайте одразу швиденько і коректно перенесемо вам все на новий. Робити?”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4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5645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3492525" y="3321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Перенесення + Апсел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2958725" y="1056575"/>
            <a:ext cx="6033000" cy="24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620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“Скажіть з приводу гарантії, зробити повну на рік чи одразу на два роки. Будь-що сталось, розбився, втопився, переїхала машина - ремонт безкоштовний плюс перенесення і налаштування вже входить в гарантію, тому різниця всього … грн з двома роками і … грн з роком. То зробити одразу на два?”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 використовуємо з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Смарт-Захисту</a:t>
            </a:r>
            <a:endParaRPr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“Після перенесення даних на телефон ставимо захист від вірусів та реклами на два роки чи лише на рік?”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 використовуємо з наступного слайду</a:t>
            </a:r>
            <a:endParaRPr b="1" sz="12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" name="Google Shape;75;p15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04427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3645200" y="2499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Комфорт і безпека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2935500" y="811050"/>
            <a:ext cx="60561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“Телефон одразу налаштовуєм і переносимо дані, правильно?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Так як це андроїд - відкрита операційна система, раджу одразу захистити телефон від вірусів та реклам на 2 роки. Це повністю захистить ваші дані і прибере надокучливі реклами. Разом буде вартувати … грн,ставити?”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 використовуємо з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антивірусу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або наступні:</a:t>
            </a:r>
            <a:endParaRPr b="1" sz="12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“Оскільки берете телефон дитині раджу все ж поставити захист. Це повністю прибере весь неприйнятний контент - сайти 18+, казино, реклама в шторці, яка уповільнює роботу телефона - все. То що кажете?”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“Це зручно, тому що прибере рекламу в додатках і при перегляді фільмів і серіалів на популярних сайтах, не треба буде витрачати час. То поставити?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6"/>
          <p:cNvSpPr txBox="1"/>
          <p:nvPr/>
        </p:nvSpPr>
        <p:spPr>
          <a:xfrm>
            <a:off x="2958725" y="1056575"/>
            <a:ext cx="60330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Телефон одразу налаштовуєм і переносимо дані, правильно?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Так як це андроїд, і відкрита операційна система раджу одразу захистити телефон від вірусів та реклам на рік. Це повністю захистить ваші дані і прибере надокучливі реклами. Разом буде вартувати … грн,ставити?”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 використовуємо з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 -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Комфорт і Безпека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7751" y="410300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3558150" y="3439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Все одразу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6418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7"/>
          <p:cNvSpPr txBox="1"/>
          <p:nvPr/>
        </p:nvSpPr>
        <p:spPr>
          <a:xfrm>
            <a:off x="2773125" y="1064725"/>
            <a:ext cx="6087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“Так як телефон новий, він не налаштований. Давайте я вам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відразу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його налаштую, створю обліковий запис, налаштую всі необхідні програми для користування, перенесу інформацію зі старого пристрою та поставлю захист від вірусів, щоб не пошкодився телефон з середини та оптимізував роботу смартфону. Зробити?”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 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використовуємо</a:t>
            </a:r>
            <a:r>
              <a:rPr b="1" lang="uk" sz="12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 з</a:t>
            </a: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кроссела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для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смарт-захисту</a:t>
            </a:r>
            <a:r>
              <a:rPr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08651" y="4030813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3494200" y="3846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Гарний вибір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