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embeddedFontLst>
    <p:embeddedFont>
      <p:font typeface="Roboto Mon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RobotoMono-italic.fntdata"/><Relationship Id="rId10" Type="http://schemas.openxmlformats.org/officeDocument/2006/relationships/font" Target="fonts/RobotoMono-bold.fntdata"/><Relationship Id="rId12" Type="http://schemas.openxmlformats.org/officeDocument/2006/relationships/font" Target="fonts/RobotoMono-boldItalic.fntdata"/><Relationship Id="rId9" Type="http://schemas.openxmlformats.org/officeDocument/2006/relationships/font" Target="fonts/RobotoMono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1cb6ddc1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11cb6ddc1a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8a8bec59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68a8bec59b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21988" y="6362825"/>
            <a:ext cx="234553" cy="232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48608" y="805247"/>
            <a:ext cx="174087" cy="17408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3025646" y="102916"/>
            <a:ext cx="6140700" cy="708000"/>
          </a:xfrm>
          <a:prstGeom prst="roundRect">
            <a:avLst>
              <a:gd fmla="val 16667" name="adj"/>
            </a:avLst>
          </a:prstGeom>
          <a:solidFill>
            <a:srgbClr val="E6418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ru-RU" sz="2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Скрипти на Послуги</a:t>
            </a:r>
            <a:endParaRPr sz="20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870000" y="1022875"/>
            <a:ext cx="10452000" cy="52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600">
                <a:solidFill>
                  <a:srgbClr val="E6418D"/>
                </a:solidFill>
                <a:latin typeface="Roboto Mono"/>
                <a:ea typeface="Roboto Mono"/>
                <a:cs typeface="Roboto Mono"/>
                <a:sym typeface="Roboto Mono"/>
              </a:rPr>
              <a:t>Налаштування:</a:t>
            </a:r>
            <a:endParaRPr b="1" sz="1600">
              <a:solidFill>
                <a:srgbClr val="E6418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Я вам одразу налаштовую телефон з антивірусом, чи з антивірусом і блокувальником реклами?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Вам які налаштування? Звичайні чи з антивірусом?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Телефон на заводських налаштуваннях, ви не зможете одразу ним користуватись. Давайте налаштуємо?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Давайте ваш старий телефон перенесемо дані на новий, щоб ви вийшли з магазину вже користуючись новим. Налаштовуємо?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Переносимо інформацію з попереднього пристрою та встановлюємо ліцензійний антивірус та блокувач реклами, щоб телефон був повністю захищений?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Телефон налаштовуємо? Створюємо обліковий, встановлюєм необхідні для користування програми, ліцензії антивіруса та блокування реклами для повноцінного захисту смартфону?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Телефоном користуватиметься ваша дитина? В такому разі можемо корректно налаштувати та захистити від небажаних додатків, а також налаштувати батьківський контроль для того щоб ви завжди знали де Ваша дитина. Робити?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500">
                <a:solidFill>
                  <a:schemeClr val="dk1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150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600" y="238133"/>
            <a:ext cx="1022564" cy="437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05556" y="6395138"/>
            <a:ext cx="862023" cy="199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761989" y="878302"/>
            <a:ext cx="10668000" cy="56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600">
                <a:solidFill>
                  <a:srgbClr val="E6418D"/>
                </a:solidFill>
                <a:latin typeface="Roboto Mono"/>
                <a:ea typeface="Roboto Mono"/>
                <a:cs typeface="Roboto Mono"/>
                <a:sym typeface="Roboto Mono"/>
              </a:rPr>
              <a:t>Смарт захист:</a:t>
            </a:r>
            <a:endParaRPr b="1" sz="1600">
              <a:solidFill>
                <a:srgbClr val="E6418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Вам гарантію повну на телефон чи звичайну?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Є послуга повної гарантії. Втопили, розбили, переїхала машина не важливо - ми його Вам безкоштовно ремонтуємо</a:t>
            </a: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. Робити?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Повну гарантію робити на рік чи одразу на 2 роки, будь- що сталось, розбився, втопився - безкоштовний ремонт або відшкодовуємо 75% вартості. Робити?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Давайте захистимо ваш пристрій оформивши повну гарантію, тобто якщо ви розбили чи втопили ваш телефон ми вам його відремонтуємо безкоштовно, або відшкодовуємо 75% вартості. Оформляємо на 1 рік чи на 2?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Бачу ваш старий телефон розбитий, тому щоб така ситуація не повторилась з новим пропоную оформити гарантію,яка буде покривати такі випадки, наприклад розбили екран - прийшли і безкоштовно відремонтували, не підлягає ремонту ми вам компенсуємо 75% і взяли собі новий пристрій. Оформляємо на 1 рік чи на 2?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Є послуга розширеної гарантії, якщо втопили, розбили, переїхала машина не важливо, приходите до нас і ми Вам ремонтуємо повністю безкоштовно. Робити?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E2E2E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92BD1C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70772" y="6204691"/>
            <a:ext cx="236340" cy="140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31673" y="805681"/>
            <a:ext cx="234553" cy="232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4306" y="6393188"/>
            <a:ext cx="862023" cy="199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5600" y="238133"/>
            <a:ext cx="1022564" cy="437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761989" y="805240"/>
            <a:ext cx="10668000" cy="56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600">
                <a:solidFill>
                  <a:srgbClr val="E6418D"/>
                </a:solidFill>
                <a:latin typeface="Roboto Mono"/>
                <a:ea typeface="Roboto Mono"/>
                <a:cs typeface="Roboto Mono"/>
                <a:sym typeface="Roboto Mono"/>
              </a:rPr>
              <a:t>Продовжена гарантія:</a:t>
            </a:r>
            <a:endParaRPr b="1" sz="1600">
              <a:solidFill>
                <a:srgbClr val="E6418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Давайте розширимо гарантію від виробника на заводські дефекти, які можуть у вас виникнути після закінчення заводської гарантії. Додати вам 1 рік чи 2? 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Вам зробити гарантію виробника на 1 рік чи на 2?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Гарантію оформляємо на який термін? Є на два роки та на рік 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Вам одразу порахувати два роки гарантії від виробника? Разом це буде *ось така сумма, і протягом двох років буде безкоштовне обслуговування. Робити?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До таких товарів як фітнес браслети, повер банки ми завжди рекомендуємо брати одразу гарантію на два або три роки, так як акумулятор перестає з часом тримати заряд приладу, а це є гарантійним випадком. Робити на 2 роки?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rgbClr val="E6418D"/>
                </a:solidFill>
                <a:latin typeface="Roboto Mono"/>
                <a:ea typeface="Roboto Mono"/>
                <a:cs typeface="Roboto Mono"/>
                <a:sym typeface="Roboto Mono"/>
              </a:rPr>
              <a:t>Apple Safe</a:t>
            </a:r>
            <a:r>
              <a:rPr b="1" lang="ru-RU" sz="1600">
                <a:solidFill>
                  <a:srgbClr val="E6418D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На б/у айфон всього місяць гарантії, давайте зробимо на рік. Протягом року ви зможете безкоштовно замінити батарею на абсолютно нову.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Бачу, що на телефоні вже 84% ємності акумулятора, давайте продовжу вам гарантію до року, в неї входить одноразова безкоштовна заміна акумулятора коли цей вже зноситься</a:t>
            </a:r>
            <a:endParaRPr b="1" sz="1500">
              <a:solidFill>
                <a:srgbClr val="92BD1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92BD1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2297" y="6491216"/>
            <a:ext cx="236340" cy="140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56273" y="417156"/>
            <a:ext cx="234553" cy="232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600" y="238133"/>
            <a:ext cx="1022564" cy="437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38181" y="6461413"/>
            <a:ext cx="862023" cy="199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/>
          <p:nvPr/>
        </p:nvSpPr>
        <p:spPr>
          <a:xfrm>
            <a:off x="762000" y="755626"/>
            <a:ext cx="10668000" cy="58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600">
                <a:solidFill>
                  <a:srgbClr val="E6418D"/>
                </a:solidFill>
                <a:latin typeface="Roboto Mono"/>
                <a:ea typeface="Roboto Mono"/>
                <a:cs typeface="Roboto Mono"/>
                <a:sym typeface="Roboto Mono"/>
              </a:rPr>
              <a:t>Чистка динаміків</a:t>
            </a:r>
            <a:r>
              <a:rPr b="1" lang="ru-RU" sz="1600">
                <a:solidFill>
                  <a:srgbClr val="E6418D"/>
                </a:solidFill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b="1" sz="1600">
              <a:solidFill>
                <a:srgbClr val="E6418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Бачу у вас забились динаміки. **показуєм**. Давайте одразу проведу вам чистку, щоб ви краще чули співрозмовника, а він вас. По часу 3 хвилини, по вартості …грн, робим?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А коли останній раз робили чистку роз’ємів і динаміка? **</a:t>
            </a: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чекаємо</a:t>
            </a: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відповідь** Зрозумів, давайте тоді одразу почищу ваш телефон - чистимо конектор зарядки, динаміки та мікрофон, щоб телефон працював коректно і не перегрівався. </a:t>
            </a: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По часу 3 хвилини, по вартості …грн, робим?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Коли останній раз робили чистку динаміків? **</a:t>
            </a: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чекаємо</a:t>
            </a: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відповідь** Рекомендується робити чистку динаміків хоча б раз на </a:t>
            </a: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півроку</a:t>
            </a: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. Це важливо щоб пил і бруд не трамбувався і динамік працював коректно. Зробити вам?</a:t>
            </a:r>
            <a:endParaRPr b="1" sz="15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rgbClr val="E6418D"/>
                </a:solidFill>
                <a:latin typeface="Roboto Mono"/>
                <a:ea typeface="Roboto Mono"/>
                <a:cs typeface="Roboto Mono"/>
                <a:sym typeface="Roboto Mono"/>
              </a:rPr>
              <a:t>Опрацювання заперечень:</a:t>
            </a:r>
            <a:endParaRPr b="1" sz="1600">
              <a:solidFill>
                <a:srgbClr val="E6418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Якщо їх взагалі не чистити, то динаміки починають працювати гірше або ж навіть перестають працювати взагалі, а в ремонті вони </a:t>
            </a: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обходяться</a:t>
            </a: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значно дорожче. Чистим?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Для того щоб правильно і безпечно почистити динаміки треба використовувати спеціальне обладнання, інакше є ризик пошкодження захисної сітки динаміку і самого динаміку. Робим?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385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6418D"/>
              </a:buClr>
              <a:buSzPts val="1500"/>
              <a:buFont typeface="Roboto Mono"/>
              <a:buChar char="■"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Перед поклейкою захисту рекомендується провести чистку, щоб не пошкодити клейку основу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скла і воно надійно </a:t>
            </a: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захищає</a:t>
            </a:r>
            <a:r>
              <a:rPr lang="ru-RU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телефон. Почистити?</a:t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rgbClr val="92BD1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92BD1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2297" y="6491216"/>
            <a:ext cx="236340" cy="140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56273" y="417156"/>
            <a:ext cx="234553" cy="232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5600" y="238133"/>
            <a:ext cx="1022564" cy="437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51506" y="555888"/>
            <a:ext cx="862023" cy="199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