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 Mon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Mono-italic.fntdata"/><Relationship Id="rId10" Type="http://schemas.openxmlformats.org/officeDocument/2006/relationships/font" Target="fonts/RobotoMono-bold.fntdata"/><Relationship Id="rId12" Type="http://schemas.openxmlformats.org/officeDocument/2006/relationships/font" Target="fonts/RobotoMono-boldItalic.fntdata"/><Relationship Id="rId9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e2746be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e2746be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7e2746be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7e2746be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7e2746be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7e2746be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3128025" y="960113"/>
            <a:ext cx="55224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Мені потрібен кабель:</a:t>
            </a:r>
            <a:endParaRPr b="1"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71450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“Дозвольте ваш телефон, я гляну модель. До вашого телефону є оригінал з підтримкою швидкої зарядки, він найбільш сумісний по напрузі і з ним акумулятор прослужить найдовше, має 1 рік гарантії. Давати його?”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Якщо ні - </a:t>
            </a: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опускайтесь</a:t>
            </a: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 на середній варіант:</a:t>
            </a:r>
            <a:endParaRPr b="1"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1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“Є ось такий, також підтримує швидку зарядку і йде переплетений,тому захищений від перегинань, має 6 місяців гарантії. Давати?”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Якщо ні - </a:t>
            </a: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опускайтесь</a:t>
            </a: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 на базовий варіант:</a:t>
            </a:r>
            <a:endParaRPr b="1"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1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“Є ось такий базовий варіант з підтримкою швидкої зарядки, 1 місяць гарантії. Давати?”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0276" y="416480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3467025" y="42215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Аксесуар - кабель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p14"/>
          <p:cNvSpPr txBox="1"/>
          <p:nvPr/>
        </p:nvSpPr>
        <p:spPr>
          <a:xfrm>
            <a:off x="2937400" y="949400"/>
            <a:ext cx="6054600" cy="27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Мені потрібна зарядка</a:t>
            </a:r>
            <a:endParaRPr b="1"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1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“Давайте телефон, я гляну модель. Вам потрібна повністю зарядка, чи окремо кабель або блок живлення?”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1" lvl="0" marL="360001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“Найкращий варіант  - оригінальна зарядка, вона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максимально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сумісна по напрузі до вашого телефону, тому зберігає батарею і вам не доведеться міняти акумулятор ще кілька років. Плюс має рік гарантії. То даю оригінал?”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Якщо ні - опускайтесь на середній варіант: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1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“Є ось така, з підтримкою швидкої зарядки і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спеціальними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вставками біля конектору для захисту від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перетирания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кабеля, має 6 місяців гарантії. Давати?”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361775" y="4191325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3450875" y="36440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Аксесуар - зарядка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0276" y="4164800"/>
            <a:ext cx="4917900" cy="7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" name="Google Shape;74;p15"/>
          <p:cNvSpPr txBox="1"/>
          <p:nvPr/>
        </p:nvSpPr>
        <p:spPr>
          <a:xfrm>
            <a:off x="2828925" y="1097375"/>
            <a:ext cx="60159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3399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“Краще візьміть оригінальну зарядку, так як вона найкраще збереже ваш акумулятор в ідеальному стані. Різниця в ціні всього лише 100 грн, та візьмете одну зарядку надовго. Тим більше на цю зарядку термін гарантії в 2 рази довший - цілий рік. То давати оригінальну?”</a:t>
            </a:r>
            <a:endParaRPr i="1" sz="1200">
              <a:solidFill>
                <a:srgbClr val="92BD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t/>
            </a:r>
            <a:endParaRPr sz="1200">
              <a:solidFill>
                <a:srgbClr val="1C4587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651" y="409230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3297750" y="36342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Зарядка </a:t>
            </a: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+ Апсейл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