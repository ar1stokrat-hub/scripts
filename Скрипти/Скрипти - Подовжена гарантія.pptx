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e7169a73c5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e7169a73c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902200" y="821400"/>
            <a:ext cx="60894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цей телефон діє місяць гарантії, продовжити до року чи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одразу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до двох? Будь-що сталось - не працює динамік, не заряджається, гріється, якщо телефон цілий і в воді не був - ремонт безкоштовний”.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 також будуємо на типових поломках: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“Зазвичай заводські дефекти проявляються не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відразу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а через якийсь час, коли запчастини зношуються, а навіть найпростіший ремонт вашого телефону - заміна конектора зарядки, значно дорожче ніж гарантія. Ви ж берете телефон не на місяць, краще одразу захистити на весь період користування”.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“Плюс в цю гарантію входить безкоштовне налаштування і перенесення даних, яке окремо коштувало б 999 грн, для вас це максимально вигідно”.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751" y="406675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386850" y="3186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1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+ Рік Гарантії</a:t>
            </a:r>
            <a:endParaRPr sz="19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2722550" y="940350"/>
            <a:ext cx="60219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телефон діє заводська гарантія 1 рік, якщо сам по собі телефон перестає працювати чи якісь функції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некоректно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працюють, то протягом року ви можете звернутись по гарантії і вам безкоштовно зремонтують. Рекомендую Вам зробити гарантію на 2 роки, щоб мати довший термін гарантійного обслуговування, так як показує практика гарантійні випадки стаються після терміну гарантії від виробника. Гарантія на 2 роки буде коштувати … грн. Робити на 2 роки гарантію?”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“Також для стабільної роботи пристрою і захисту операційної системи давайте я Вам поставлю ліцензійний антивірус, і у вас буде захищений телефон від вірусних програм і дані ваші не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втрачаються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 Ліцензія на рік коштує всього 499 грн. Ставлю, так?”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431725" y="342450"/>
            <a:ext cx="4917900" cy="5979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17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Рік Гарантії + Антивірус</a:t>
            </a:r>
            <a:endParaRPr sz="17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551" y="4070325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