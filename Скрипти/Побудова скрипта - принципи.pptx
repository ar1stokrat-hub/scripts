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5922a997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5922a997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e5922a99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e5922a99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6418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2902300" y="1064725"/>
            <a:ext cx="608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3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200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У цього захисного скла є 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спеціальна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сітка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для динаміків    - 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Властивість.</a:t>
            </a:r>
            <a:endParaRPr b="1" sz="12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3399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200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Тому ви будете добре чути вашого співрозмовника, а він вас 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Користь.</a:t>
            </a:r>
            <a:endParaRPr b="1" sz="12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3399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200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Клеїмо вам захисне скло з захисною сіткою? - 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Заклик.</a:t>
            </a:r>
            <a:endParaRPr sz="1200">
              <a:solidFill>
                <a:srgbClr val="1C458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068825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3297750" y="44335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Захисне скло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6418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4"/>
          <p:cNvSpPr txBox="1"/>
          <p:nvPr/>
        </p:nvSpPr>
        <p:spPr>
          <a:xfrm>
            <a:off x="2934525" y="889525"/>
            <a:ext cx="6056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3399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200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 налаштування входить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антивірус на два роки та блокування реклами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 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Властивість.</a:t>
            </a:r>
            <a:endParaRPr b="1" sz="12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3399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200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То що кажете, переносимо вам всі дані і захищаємо, щоб ви вийшли з магазину і одразу користувались телефоном? - 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Користь + Заклик.</a:t>
            </a:r>
            <a:endParaRPr sz="1200">
              <a:solidFill>
                <a:srgbClr val="1C4587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0649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3297750" y="3439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Комфорт і безпека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