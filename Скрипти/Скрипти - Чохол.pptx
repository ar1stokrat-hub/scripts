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cd082d10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cd082d10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363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3225000" y="859030"/>
            <a:ext cx="5766600" cy="29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“До вашого телефону є ось такі чохли (мін.1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 варіантів). 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Який вам подобається? …. Давайте приміряєм, щоб ви бачили як він виглядає на телефоні…. (міряємо). Як вам, подобається? … Давати?”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заперечення: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5100" lvl="0" marL="1800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Ось цей чохол з міцного силікону йде з усиленими бортами, що максимально захистить Ваш дисплей у разі падіння, а також гарно підкреслює колір Вашого телефону. Давати його?”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510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“В цьому чохлі всередині йде покриття з мікрофібри, що максимально збереже ваш телефон від подряпин та затертостей. Давати його?”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5100" lvl="0" marL="1800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“Цей карбоновий чохол йде максимально тоненький і при цьому має найвищу ступінь захисту. Давати його?”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738450" y="3080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Аксесуар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9351" y="4097850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363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3128025" y="1120600"/>
            <a:ext cx="5470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-"/>
            </a:pPr>
            <a:r>
              <a:rPr i="1" lang="uk" sz="1200">
                <a:latin typeface="Roboto Mono"/>
                <a:ea typeface="Roboto Mono"/>
                <a:cs typeface="Roboto Mono"/>
                <a:sym typeface="Roboto Mono"/>
              </a:rPr>
              <a:t>“Звичайний  прозорий чохол з часом жовтіє, а ось цей прозорий зроблений з кращого силікону, товстіший, краще захищає від падінь і довше зберігає свій прозорий  вигляд. Давати кращий?”</a:t>
            </a:r>
            <a:endParaRPr i="1" sz="1200">
              <a:solidFill>
                <a:srgbClr val="1C4587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511400" y="42342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Аксесуар + Апсейл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7451" y="4086100"/>
            <a:ext cx="4917900" cy="7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