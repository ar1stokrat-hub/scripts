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7a8b0153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7a8b0153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688acea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688acea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7a8b0153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7a8b0153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7a8b0153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7a8b0153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2854400" y="777200"/>
            <a:ext cx="59670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“Для захисту дисплея від розбиття клеїмо скло чи плівку?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А що краще?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Плівка довше носиться, але від прямих і точкових ударів краще захищає скло. Якщо телефон часто падає, то краще скло. Клеїти його?”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заперечень: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Вони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захищають телефон від подряпин та розбиття  самого екрану. Краще зараз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клеїти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бо навіть за день користування телефон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поцарапається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 То поклеїти Вам?”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“Дисплей на Вашій моделі телефону коштує близько 50% вартості телефону. Я рекомендую одразу захистити дисплей, щоб бути спокійним протягом усього періоду користування телефоном. То поклеїти?”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1501" y="40826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3410600" y="2744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Аксесуар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4"/>
          <p:cNvSpPr txBox="1"/>
          <p:nvPr/>
        </p:nvSpPr>
        <p:spPr>
          <a:xfrm>
            <a:off x="3069325" y="900138"/>
            <a:ext cx="5863500" cy="2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“До вашого телефону є найкраще захисне скло, воно найзагартованіше, тобто найдовше прослужить, витримує сильні удари, має олеофобне покриття, щоб не залишались відбитки пальців та має цілих 8 місяців гарантії на розбиття та відклейку. Ставити найкраще?”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Якщо клієнту не підходить - пропонуємо середнє:</a:t>
            </a:r>
            <a:endParaRPr b="1"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“Є простіший варіант, це міцне захисне скло з олеофобним покриттям, щоб на ньому не залишалось відбитків пальців, сіточку на динаміках, щоб вони не забивались пилом і брудом і має 6 місяців гарантії. Давати його?”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Якщо клієнту не підходить - пропонуємо базове:</a:t>
            </a:r>
            <a:endParaRPr b="1"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“Є базовий варіант захисного скла, воно йде повнорозмірне, тобто захищає всю поверхню дисплея і має 1 місяць гарантії. Даю його?”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689925" y="32077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Пропозиція скла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2126" y="4070850"/>
            <a:ext cx="4917900" cy="7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" name="Google Shape;75;p15"/>
          <p:cNvSpPr txBox="1"/>
          <p:nvPr/>
        </p:nvSpPr>
        <p:spPr>
          <a:xfrm>
            <a:off x="3022325" y="838525"/>
            <a:ext cx="5863500" cy="30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5575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“До вашого телефону є найкращий варіант плівки - потовщена броньована, вона йде найбільш міцна - на рівні зі склом, має ефект самовідновлення, тобто 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не глибокі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подряпини розходяться самі протягом 24 годин і має гарне олеофобне покриття, щоб не залишались відбитки пальців. На неї 6 місяців гарантії. Давати її?”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Я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кщо клієнту не підходить - пропонуємо середню</a:t>
            </a:r>
            <a:endParaRPr b="1"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“Є простіший варіант - потовщена плівка,  також міцна і надійна плівка з покриттям від відбитків пальців. Має 3 місяці гарантії. Давати її?”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Якщо клієнту не підходить - пропонуємо середню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“Є базовий варіант плівки, добре захищає від подряпин і потертостей, має 1 місяць гарантії. Давати її?”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584225" y="28875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Пропозиція плівки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1151" y="4099550"/>
            <a:ext cx="4917900" cy="7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6"/>
          <p:cNvSpPr txBox="1"/>
          <p:nvPr/>
        </p:nvSpPr>
        <p:spPr>
          <a:xfrm>
            <a:off x="3297750" y="996575"/>
            <a:ext cx="5547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“Одразу захистити телефон, поклеїти скло та підбираєм чохол, так?”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….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“Це правильно, оскільки телефон краще одразу захищати повністю, щоб не розбився, не поцарапався, давайте Вам покажу чохли до вашого телефону….Який вам подобається? … Давайте приміряємо…. Давати цей?“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Обов'язково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міряти чохол, який сподобався клієнту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091025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3701550" y="3384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Аксесуар + Аксесуар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7"/>
          <p:cNvSpPr txBox="1"/>
          <p:nvPr/>
        </p:nvSpPr>
        <p:spPr>
          <a:xfrm>
            <a:off x="3244225" y="1007850"/>
            <a:ext cx="57474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Клієнт вибрав дешевше скло або плівку</a:t>
            </a:r>
            <a:endParaRPr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marR="381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“Я вам рекомендую поклеїти ось це скло, різниця в ціні всього лише … грн, але ось це витримує більші удари і гарантія аж пів року, а не 3 місяці, розіб’єте протягом півроку, то прийдете поміняємо безкоштовно на таке саме. То поклеїти все таки краще?”</a:t>
            </a:r>
            <a:endParaRPr i="1" sz="1200">
              <a:solidFill>
                <a:srgbClr val="1C4587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4226" y="4117825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3677625" y="4213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Аксесуар + Апсейл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